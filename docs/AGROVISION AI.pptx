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2" r:id="rId10"/>
    <p:sldId id="263" r:id="rId11"/>
    <p:sldId id="264" r:id="rId12"/>
    <p:sldId id="265" r:id="rId13"/>
    <p:sldId id="268" r:id="rId14"/>
    <p:sldId id="269" r:id="rId15"/>
    <p:sldId id="273" r:id="rId16"/>
    <p:sldId id="272" r:id="rId17"/>
    <p:sldId id="270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4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BONTHA" userId="be44964b01fe2e3e" providerId="LiveId" clId="{20C12397-85EE-4271-A352-BCAC22FBAA97}"/>
    <pc:docChg chg="addSld modSld sldOrd">
      <pc:chgData name="NIKHIL BONTHA" userId="be44964b01fe2e3e" providerId="LiveId" clId="{20C12397-85EE-4271-A352-BCAC22FBAA97}" dt="2026-05-24T17:49:22.959" v="5" actId="14100"/>
      <pc:docMkLst>
        <pc:docMk/>
      </pc:docMkLst>
      <pc:sldChg chg="ord">
        <pc:chgData name="NIKHIL BONTHA" userId="be44964b01fe2e3e" providerId="LiveId" clId="{20C12397-85EE-4271-A352-BCAC22FBAA97}" dt="2026-05-24T17:46:50.775" v="1"/>
        <pc:sldMkLst>
          <pc:docMk/>
          <pc:sldMk cId="2844744642" sldId="272"/>
        </pc:sldMkLst>
      </pc:sldChg>
      <pc:sldChg chg="addSp modSp new mod">
        <pc:chgData name="NIKHIL BONTHA" userId="be44964b01fe2e3e" providerId="LiveId" clId="{20C12397-85EE-4271-A352-BCAC22FBAA97}" dt="2026-05-24T17:49:22.959" v="5" actId="14100"/>
        <pc:sldMkLst>
          <pc:docMk/>
          <pc:sldMk cId="152734707" sldId="274"/>
        </pc:sldMkLst>
        <pc:picChg chg="add mod">
          <ac:chgData name="NIKHIL BONTHA" userId="be44964b01fe2e3e" providerId="LiveId" clId="{20C12397-85EE-4271-A352-BCAC22FBAA97}" dt="2026-05-24T17:49:22.959" v="5" actId="14100"/>
          <ac:picMkLst>
            <pc:docMk/>
            <pc:sldMk cId="152734707" sldId="274"/>
            <ac:picMk id="3" creationId="{5CA651B2-2400-B967-394E-C2526C0FD1B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5FE94-62B8-404D-8FFF-66622BA725F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54CA1-9ED5-4633-AD48-EA79F11B87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22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54CA1-9ED5-4633-AD48-EA79F11B87F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684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DDBD-0BF6-4BB6-223B-FA646583B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9E7CE-FBFE-B9DA-E61C-36480E018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898F9-A98D-9DB5-0E4B-D4C126B3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429F-9F30-4555-4A4F-E1566474A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D41EE-225F-0863-D14F-391E95EB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364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81D8A-F44E-0FA2-FF7D-1F61A2F9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91E4-2961-753A-0ACC-AC025A898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25535-7373-8C0D-DD85-AEDD48B7E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8970-8C57-3CAC-9A64-951CA107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CAFDF-3F9A-7EC0-AED9-D7BABA7E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5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AC792-EFC8-40A9-D6A4-56251F47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FB8D4-169C-5A7A-AB6C-294BCDA67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B424F-6361-0FD6-B2CD-9C5BB255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58229-2AF0-4776-3C00-5284EE6BD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EFAF4-CCC3-E8D5-2DA7-5F0B6435C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638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7C00-F824-D5E3-8C37-D9E7EE192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BCEEA-751F-84A2-64B6-2AFE5BF1C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B59AC-B70A-7941-9000-3389CC99F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540BB-92AA-56F7-3F4E-47F585E84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D3887-16DC-19AB-E307-DE0267A29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1EEC1-0CC2-75F1-6DE0-6AE88AF0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03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257C-297D-95FE-E5DD-7185ABEC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B7C71-8F40-6E73-F6DD-B9A33ADF3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F671C1-D64E-231A-A937-BA8A8AA4C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4F79C-00BF-603E-22C1-2196E4B17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61C9B-33C6-A3B1-A786-B5204DD03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4F226-602E-86AD-7BCE-F423F5FD5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BD37D3-3C50-AE68-4615-5BC70237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7B213-3379-B601-B20A-D43579E0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2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86010-C60B-6B61-8AC8-8EC90B21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CCD4A-3BA2-FD32-D3CC-C5E35F7E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227B7C-546D-D62E-41C8-BAA40FBFE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CA24D-E864-0CFA-C2E5-7A38807B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7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4DB97E-F8B0-993C-D66D-DFFA159D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1B657-3906-42A3-7FAD-A0FC3910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E1F01-3CF6-E963-BEF9-A250804E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083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D403-CF11-902B-3356-5B510391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3ACAD-2B9A-0F7B-4A64-578424133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938A3-0F4A-982D-FC0B-D51C22649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F132A-847D-7A5A-249A-FB1F9F4A6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6DFFD-6A68-05C8-6BAA-F815C7BC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078563-D388-8E05-4EA3-1DED92BF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028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29DD-9F2A-307A-72F7-06753F46F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460D44-C853-16A8-DC12-077845CD2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871E9-5183-55EF-2F2D-A6D3ACDE1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7F899-EFF7-CD8D-C47E-C3E35914F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664D1A-9B01-51C9-A396-04B9280F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6AC1C-F2FF-BC15-3B83-D793E9A1E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26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F4465-7734-37C2-0EB0-A3CB4EC8F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6F9EC2-B001-767B-4DA2-CBF1B219A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96843-D8DD-09F1-B0A7-82352E28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A5C51-75CB-92BD-3C61-CC57ABEB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A7CB-7D8F-4931-7FEE-B58FC5BE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09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DC0D6-6885-BAA2-2AAE-A129328F4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7ED03-B6C6-B884-91AF-50CA2BAD8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56F7F-78AF-AF56-7DAE-475AAF03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B5B06-D1FD-C0F1-DB17-F0702377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6FBA1-2C69-78B6-EF59-E7DC72F6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68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EB876-5B5E-3185-C749-6C6174A7D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69565-D518-EF23-4AD2-DD7FC0382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9508-B93F-87F1-BE9B-ABE6E91B68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F7286-2288-4C11-81B4-ADEA3E58F4CD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A0E07-5212-0A78-17AA-E38D18416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B0655-5384-51C5-EA3E-5394A5E00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BFB73B-EA6C-4020-9972-E4BAE0410C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550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AE23F-CE67-A593-64A2-57B27FEC9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F53B8-3BDA-B49E-A6AF-A13D86595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EBBDF-2B75-6061-E0D0-864C89D8C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6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E9D8-39E9-17D2-3D8D-D4B346DE2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F20DAE-7060-BFE4-EE9C-736A44CFE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61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CDB57-BEC8-87A6-79C5-896151E6B0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5E3AD-2ED8-7EE4-FAA5-3F918E2267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54A2-D113-AE2A-0BC6-79D269E28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697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7DCD1E-A7B6-E876-9177-E2AC7FA206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"/>
          <a:stretch>
            <a:fillRect/>
          </a:stretch>
        </p:blipFill>
        <p:spPr>
          <a:xfrm>
            <a:off x="-6626" y="-99392"/>
            <a:ext cx="12192000" cy="69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33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19A1D-83C1-80EE-8BA7-894C7E738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42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03EA3-865A-9676-EAD8-BA8B77CAC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93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44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B4EFD-6E0F-CC61-C83D-6F2162B20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75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9B6D47-6FF3-AF09-2860-4FD20125B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504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087644-74F7-1B50-4C90-B7C8570C6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97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6CA72-D0EE-10A8-57FB-62725DDE3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88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DED76-534F-D28C-FEF2-E410D0D30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513"/>
            <a:ext cx="12192000" cy="69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0C78E-2D09-EB8C-DA1B-8CB48CC50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28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8C71A-0192-962C-E035-F0435277F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3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56AB34-38F6-885F-F683-9A49351C9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18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2B2509-6375-38EF-6863-D8D988362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9607"/>
            <a:ext cx="12192000" cy="583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6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3E1CF8-8443-BEAF-1537-260CEBACF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44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8FA78-ECA4-A286-C0BE-6C11183057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9088"/>
            <a:ext cx="12192000" cy="700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931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A651B2-2400-B967-394E-C2526C0FD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</Words>
  <Application>Microsoft Office PowerPoint</Application>
  <PresentationFormat>Widescreen</PresentationFormat>
  <Paragraphs>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BONTHA</dc:creator>
  <cp:lastModifiedBy>NIKHIL BONTHA</cp:lastModifiedBy>
  <cp:revision>1</cp:revision>
  <dcterms:created xsi:type="dcterms:W3CDTF">2026-05-24T17:31:49Z</dcterms:created>
  <dcterms:modified xsi:type="dcterms:W3CDTF">2026-05-24T17:49:26Z</dcterms:modified>
</cp:coreProperties>
</file>